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303" r:id="rId3"/>
    <p:sldId id="318" r:id="rId4"/>
    <p:sldId id="306" r:id="rId5"/>
    <p:sldId id="324" r:id="rId6"/>
    <p:sldId id="321" r:id="rId7"/>
    <p:sldId id="319" r:id="rId8"/>
    <p:sldId id="323" r:id="rId9"/>
  </p:sldIdLst>
  <p:sldSz cx="9144000" cy="6858000" type="screen4x3"/>
  <p:notesSz cx="6797675" cy="98599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F18BB-2D1E-4514-B7C3-EA27C9DAFD22}" type="datetimeFigureOut">
              <a:rPr lang="en-US" smtClean="0"/>
              <a:pPr/>
              <a:t>3/14/2026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7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83483"/>
            <a:ext cx="5438140" cy="4436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0A8B-0BA2-4CD9-8D7C-E5FCC2E44B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974A-CE68-4C27-B27D-6806430EEF3A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0BC-1896-42CE-8F55-64E8977B1440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C33F-5C2D-4F39-84E2-E9B40C361A79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2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89B8-FA73-490B-B830-5AC2CD4C942C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9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A08-AD68-4E22-9289-B8719C6EE0F7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68E0-AD1A-44E5-A0F0-1AA8AE0503DD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3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02A7-0AEC-48FC-BB07-ED6746464FC0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0C442-BA6A-49F7-B184-A64C26E15FB8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7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98F16-031A-4B1E-A8D1-6A3DC97DF4D3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EA06-35B3-4A9B-B19B-BCCD12A67420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8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982C-C291-4E9F-B127-4C3FD0D58FDD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8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F2A08-FBE7-4290-AA4F-480B7060799B}" type="datetime1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9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556792"/>
            <a:ext cx="8247828" cy="594315"/>
          </a:xfrm>
        </p:spPr>
        <p:txBody>
          <a:bodyPr>
            <a:noAutofit/>
          </a:bodyPr>
          <a:lstStyle/>
          <a:p>
            <a:b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Dream Role - Skill Gap</a:t>
            </a:r>
            <a:br>
              <a:rPr lang="en-IN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-642974" y="-387991"/>
            <a:ext cx="8527342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1C5092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1C5092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	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400" b="1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KPR Institute of Engineering and Technolog</a:t>
            </a:r>
            <a:r>
              <a:rPr lang="en-US" sz="2400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y</a:t>
            </a:r>
            <a:endParaRPr lang="en-US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INNOVSENSE 2026</a:t>
            </a:r>
            <a:endParaRPr lang="en-IN" sz="2400" b="1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975530"/>
              </p:ext>
            </p:extLst>
          </p:nvPr>
        </p:nvGraphicFramePr>
        <p:xfrm>
          <a:off x="683568" y="2232569"/>
          <a:ext cx="8005352" cy="35423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778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" pitchFamily="18" charset="0"/>
                          <a:ea typeface="+mn-ea"/>
                          <a:cs typeface="+mn-cs"/>
                        </a:rPr>
                        <a:t>Team Head  &amp; Dept         :Akash A-AI&amp;DS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Times" pitchFamily="18" charset="0"/>
                        <a:ea typeface="+mn-ea"/>
                        <a:cs typeface="+mn-cs"/>
                      </a:endParaRPr>
                    </a:p>
                  </a:txBody>
                  <a:tcPr marT="45712" marB="45712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</a:t>
                      </a: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</a:t>
                      </a: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08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20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AI&amp;DS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AI&amp;DS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AI&amp;DS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AI&amp;DS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-</a:t>
                      </a:r>
                      <a:r>
                        <a:rPr lang="en-IN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Chemical 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engineering </a:t>
                      </a:r>
                      <a:endParaRPr lang="en-US" sz="20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endParaRPr lang="en-US" sz="17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+mj-lt"/>
                        <a:buAutoNum type="arabicParenR"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Akash A	    23AD005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+mj-lt"/>
                        <a:buAutoNum type="arabicParenR"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Sarathy C	    23AD055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+mj-lt"/>
                        <a:buAutoNum type="arabicParenR"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Srinath S	    23AD057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+mj-lt"/>
                        <a:buAutoNum type="arabicParenR"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Varun S	    23AD064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+mj-lt"/>
                        <a:buAutoNum type="arabicParenR"/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Surya Prashanth K   23CH062</a:t>
                      </a:r>
                      <a:endParaRPr lang="en-US" sz="1600" dirty="0">
                        <a:solidFill>
                          <a:srgbClr val="0D0DD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endParaRPr lang="en-US" sz="1600" dirty="0">
                        <a:solidFill>
                          <a:srgbClr val="0D0DD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4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784" y="608623"/>
            <a:ext cx="7035552" cy="109218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Problem Statement &amp; Tech Domain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48225"/>
          </a:xfrm>
        </p:spPr>
        <p:txBody>
          <a:bodyPr anchor="ctr">
            <a:noAutofit/>
          </a:bodyPr>
          <a:lstStyle/>
          <a:p>
            <a:pPr algn="just">
              <a:lnSpc>
                <a:spcPct val="80000"/>
              </a:lnSpc>
            </a:pPr>
            <a:endParaRPr lang="en-GB" sz="2800" dirty="0"/>
          </a:p>
          <a:p>
            <a:pPr algn="just">
              <a:lnSpc>
                <a:spcPct val="80000"/>
              </a:lnSpc>
            </a:pP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45D1-DDD7-349D-B992-8CF79A94052A}"/>
              </a:ext>
            </a:extLst>
          </p:cNvPr>
          <p:cNvSpPr txBox="1"/>
          <p:nvPr/>
        </p:nvSpPr>
        <p:spPr>
          <a:xfrm>
            <a:off x="457200" y="1860371"/>
            <a:ext cx="7467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apply for jobs without knowing if their resume matches the required skills for their target role.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resume analysis tools use large generic skill lists, leading to unrealistic skill gap results.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roles require specific core skills rather than a long list of unrelated technologies.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role-based skill gap analysis system is needed to identify missing skills and suggest resume improvements.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0DD870-6EFE-7614-C381-CD5A24FB7C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01"/>
          <a:stretch>
            <a:fillRect/>
          </a:stretch>
        </p:blipFill>
        <p:spPr>
          <a:xfrm>
            <a:off x="282778" y="4447673"/>
            <a:ext cx="8221222" cy="15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Novelty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932248"/>
              </p:ext>
            </p:extLst>
          </p:nvPr>
        </p:nvGraphicFramePr>
        <p:xfrm>
          <a:off x="457200" y="1600200"/>
          <a:ext cx="8229600" cy="402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6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3254">
                <a:tc>
                  <a:txBody>
                    <a:bodyPr/>
                    <a:lstStyle/>
                    <a:p>
                      <a:r>
                        <a:rPr lang="en-US" sz="2800" dirty="0"/>
                        <a:t>Existing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Suggested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Reference (after 2020 research papers)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resume skill matching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skill comparison (6–8 core skills)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– Skill Gap Analysis (2021)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resume checking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area detection + improvement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– AI Career Recommendation (2022)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254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career guidance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mentor guidance + career roadmap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– AI Career Guidance (2023)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89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b="1" dirty="0">
                <a:solidFill>
                  <a:srgbClr val="0070C0"/>
                </a:solidFill>
              </a:rPr>
              <a:t>Required Hardware/Software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5"/>
            <a:ext cx="8064896" cy="417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1.Hardware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/ Desktop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 GB RAM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2..Software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React.js, HTML, CSS, JavaScript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Firebase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Firebase Authentication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 OpenAI API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207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Methodology (Block diagram/Circuit diagram/Flow </a:t>
            </a:r>
            <a:r>
              <a:rPr lang="en-US" sz="3600" b="1" dirty="0">
                <a:solidFill>
                  <a:srgbClr val="0070C0"/>
                </a:solidFill>
              </a:rPr>
              <a:t>diagram)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AE5E4B-AE24-16BB-7A55-7E7ED4AA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99" y="1772816"/>
            <a:ext cx="8722597" cy="44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b="1" dirty="0">
                <a:solidFill>
                  <a:srgbClr val="0070C0"/>
                </a:solidFill>
              </a:rPr>
              <a:t>Simulation developed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440FB-A00C-0857-99BC-66C611A09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54" y="1427158"/>
            <a:ext cx="4650401" cy="4459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809B15-2993-37A2-6EDC-71AFBC6DC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556792"/>
            <a:ext cx="4354307" cy="402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Output generated 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20DBE-8D4E-E9C4-98F3-00BF8496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48" y="764703"/>
            <a:ext cx="7416824" cy="54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2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Rate the project Suitability for/patent/research/product/</a:t>
            </a:r>
            <a:r>
              <a:rPr lang="en-IN" sz="28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Startup</a:t>
            </a:r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b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IN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 scale 1(low) -3(High)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391053"/>
              </p:ext>
            </p:extLst>
          </p:nvPr>
        </p:nvGraphicFramePr>
        <p:xfrm>
          <a:off x="457632" y="1844824"/>
          <a:ext cx="8290832" cy="4336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771">
                <a:tc>
                  <a:txBody>
                    <a:bodyPr/>
                    <a:lstStyle/>
                    <a:p>
                      <a:r>
                        <a:rPr lang="en-US" sz="2000" b="1" dirty="0"/>
                        <a:t>Suitability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476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Patent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 based on existing technologies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476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Research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academic research in career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476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Product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developed as an EdTech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476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potential as an AI career development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0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Which Industry will use this product?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EdTech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Platforms,Career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Guidance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Platforms,University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Placement Systems.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Are you willing to make the project as a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</a:rPr>
                        <a:t>StartUp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Yes, the platform can be expanded into a scalable AI-driven career guidance product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8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409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</vt:lpstr>
      <vt:lpstr>Times New Roman</vt:lpstr>
      <vt:lpstr>Office Theme</vt:lpstr>
      <vt:lpstr> Dream Role - Skill Gap </vt:lpstr>
      <vt:lpstr>Problem Statement &amp; Tech Domain </vt:lpstr>
      <vt:lpstr>Novelty </vt:lpstr>
      <vt:lpstr>Required Hardware/Software</vt:lpstr>
      <vt:lpstr>Methodology (Block diagram/Circuit diagram/Flow diagram) </vt:lpstr>
      <vt:lpstr>Simulation developed</vt:lpstr>
      <vt:lpstr>Output generated  </vt:lpstr>
      <vt:lpstr>Rate the project Suitability for/patent/research/product/Startup  on scale 1(low) -3(High)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CONTEST</dc:title>
  <dc:creator>DELL</dc:creator>
  <cp:lastModifiedBy>Varun S</cp:lastModifiedBy>
  <cp:revision>99</cp:revision>
  <dcterms:created xsi:type="dcterms:W3CDTF">2020-10-20T04:40:51Z</dcterms:created>
  <dcterms:modified xsi:type="dcterms:W3CDTF">2026-03-14T05:05:54Z</dcterms:modified>
</cp:coreProperties>
</file>